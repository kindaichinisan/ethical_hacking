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57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8F55-8874-4454-8B9A-A4E7233EC04D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3A66-F48B-493B-8017-10DBCD406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8F55-8874-4454-8B9A-A4E7233EC04D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3A66-F48B-493B-8017-10DBCD406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8F55-8874-4454-8B9A-A4E7233EC04D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3A66-F48B-493B-8017-10DBCD406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8F55-8874-4454-8B9A-A4E7233EC04D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3A66-F48B-493B-8017-10DBCD406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8F55-8874-4454-8B9A-A4E7233EC04D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3A66-F48B-493B-8017-10DBCD406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8F55-8874-4454-8B9A-A4E7233EC04D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3A66-F48B-493B-8017-10DBCD406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8F55-8874-4454-8B9A-A4E7233EC04D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3A66-F48B-493B-8017-10DBCD406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8F55-8874-4454-8B9A-A4E7233EC04D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3A66-F48B-493B-8017-10DBCD406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8F55-8874-4454-8B9A-A4E7233EC04D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3A66-F48B-493B-8017-10DBCD406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8F55-8874-4454-8B9A-A4E7233EC04D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3A66-F48B-493B-8017-10DBCD406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8F55-8874-4454-8B9A-A4E7233EC04D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3A66-F48B-493B-8017-10DBCD406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F8F55-8874-4454-8B9A-A4E7233EC04D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A3A66-F48B-493B-8017-10DBCD406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Ethical hacking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BeEF</a:t>
            </a:r>
            <a:r>
              <a:rPr lang="en-US" dirty="0" smtClean="0"/>
              <a:t> (Browser Exploitation Framework)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Bettercap</a:t>
            </a:r>
            <a:endParaRPr lang="en-US" dirty="0" smtClean="0"/>
          </a:p>
          <a:p>
            <a:r>
              <a:rPr lang="en-US" dirty="0" smtClean="0"/>
              <a:t>MITM</a:t>
            </a:r>
          </a:p>
          <a:p>
            <a:r>
              <a:rPr lang="en-US" dirty="0" err="1" smtClean="0"/>
              <a:t>Hstshijack</a:t>
            </a:r>
            <a:endParaRPr lang="en-US" dirty="0" smtClean="0"/>
          </a:p>
          <a:p>
            <a:r>
              <a:rPr lang="en-US" dirty="0" smtClean="0"/>
              <a:t>Browser is hooked to beef</a:t>
            </a:r>
          </a:p>
          <a:p>
            <a:r>
              <a:rPr lang="en-US" dirty="0" smtClean="0"/>
              <a:t>Access  webcam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002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Set up penetration tester lab</a:t>
            </a:r>
          </a:p>
          <a:p>
            <a:r>
              <a:rPr lang="en-US" dirty="0" smtClean="0"/>
              <a:t>4 section</a:t>
            </a:r>
          </a:p>
          <a:p>
            <a:pPr lvl="1"/>
            <a:r>
              <a:rPr lang="en-US" dirty="0" smtClean="0"/>
              <a:t>Network hacking</a:t>
            </a:r>
          </a:p>
          <a:p>
            <a:pPr lvl="2"/>
            <a:r>
              <a:rPr lang="en-US" dirty="0" smtClean="0"/>
              <a:t>WEP, WPA, WPA2</a:t>
            </a:r>
          </a:p>
          <a:p>
            <a:pPr lvl="1"/>
            <a:r>
              <a:rPr lang="en-US" dirty="0" smtClean="0"/>
              <a:t>Gain access</a:t>
            </a:r>
          </a:p>
          <a:p>
            <a:pPr lvl="1"/>
            <a:r>
              <a:rPr lang="en-US" dirty="0" smtClean="0"/>
              <a:t>Post exploitation</a:t>
            </a:r>
          </a:p>
          <a:p>
            <a:pPr lvl="1"/>
            <a:r>
              <a:rPr lang="en-US" dirty="0" smtClean="0"/>
              <a:t>Website hacking</a:t>
            </a:r>
          </a:p>
          <a:p>
            <a:r>
              <a:rPr lang="en-US" smtClean="0"/>
              <a:t>How to secure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42</Words>
  <Application>Microsoft Office PowerPoint</Application>
  <PresentationFormat>On-screen Show (4:3)</PresentationFormat>
  <Paragraphs>16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Ethical hacking</vt:lpstr>
      <vt:lpstr>BeEF (Browser Exploitation Framework)</vt:lpstr>
      <vt:lpstr>002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 hacking</dc:title>
  <dc:creator>Wenjun Huang</dc:creator>
  <cp:lastModifiedBy>Wenjun Huang</cp:lastModifiedBy>
  <cp:revision>3</cp:revision>
  <dcterms:created xsi:type="dcterms:W3CDTF">2026-05-08T15:48:15Z</dcterms:created>
  <dcterms:modified xsi:type="dcterms:W3CDTF">2026-05-08T16:19:16Z</dcterms:modified>
</cp:coreProperties>
</file>