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78" y="6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8F8F55-8874-4454-8B9A-A4E7233EC04D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zsecurity.org/download-custom-kali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7AUGQNBCddo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Ethical hacking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BeEF</a:t>
            </a:r>
            <a:r>
              <a:rPr lang="en-US" dirty="0" smtClean="0"/>
              <a:t> (Browser Exploitation Framework)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Bettercap</a:t>
            </a:r>
            <a:endParaRPr lang="en-US" dirty="0" smtClean="0"/>
          </a:p>
          <a:p>
            <a:r>
              <a:rPr lang="en-US" dirty="0" smtClean="0"/>
              <a:t>MITM</a:t>
            </a:r>
          </a:p>
          <a:p>
            <a:r>
              <a:rPr lang="en-US" dirty="0" err="1" smtClean="0"/>
              <a:t>Hstshijack</a:t>
            </a:r>
            <a:endParaRPr lang="en-US" dirty="0" smtClean="0"/>
          </a:p>
          <a:p>
            <a:r>
              <a:rPr lang="en-US" dirty="0" smtClean="0"/>
              <a:t>Browser is hooked to beef</a:t>
            </a:r>
          </a:p>
          <a:p>
            <a:r>
              <a:rPr lang="en-US" dirty="0" smtClean="0"/>
              <a:t>Access  webcam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002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up penetration tester lab</a:t>
            </a:r>
          </a:p>
          <a:p>
            <a:r>
              <a:rPr lang="en-US" dirty="0" smtClean="0"/>
              <a:t>4 section</a:t>
            </a:r>
          </a:p>
          <a:p>
            <a:pPr lvl="1"/>
            <a:r>
              <a:rPr lang="en-US" dirty="0" smtClean="0"/>
              <a:t>Network hacking</a:t>
            </a:r>
          </a:p>
          <a:p>
            <a:pPr lvl="2"/>
            <a:r>
              <a:rPr lang="en-US" dirty="0" smtClean="0"/>
              <a:t>WEP, WPA, WPA2</a:t>
            </a:r>
          </a:p>
          <a:p>
            <a:pPr lvl="1"/>
            <a:r>
              <a:rPr lang="en-US" dirty="0" smtClean="0"/>
              <a:t>Gain access</a:t>
            </a:r>
          </a:p>
          <a:p>
            <a:pPr lvl="1"/>
            <a:r>
              <a:rPr lang="en-US" dirty="0" smtClean="0"/>
              <a:t>Post exploitation</a:t>
            </a:r>
          </a:p>
          <a:p>
            <a:pPr lvl="1"/>
            <a:r>
              <a:rPr lang="en-US" dirty="0" smtClean="0"/>
              <a:t>Website hacking</a:t>
            </a:r>
          </a:p>
          <a:p>
            <a:r>
              <a:rPr lang="en-US" smtClean="0"/>
              <a:t>How to secure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G" dirty="0" smtClean="0"/>
              <a:t>Hacking: gain unauthorized access to system not supposed to access</a:t>
            </a:r>
          </a:p>
          <a:p>
            <a:r>
              <a:rPr lang="en-SG" dirty="0" smtClean="0"/>
              <a:t>3 types of hacker:</a:t>
            </a:r>
          </a:p>
          <a:p>
            <a:pPr lvl="1"/>
            <a:r>
              <a:rPr lang="en-SG" dirty="0" smtClean="0"/>
              <a:t>Black hat: bad</a:t>
            </a:r>
          </a:p>
          <a:p>
            <a:pPr lvl="1"/>
            <a:r>
              <a:rPr lang="en-SG" dirty="0" smtClean="0"/>
              <a:t>White hat: approved to hack</a:t>
            </a:r>
          </a:p>
          <a:p>
            <a:pPr lvl="1"/>
            <a:r>
              <a:rPr lang="en-SG" dirty="0" smtClean="0"/>
              <a:t>Grey hat: not approved to hack, will not steal $, etc.</a:t>
            </a:r>
          </a:p>
          <a:p>
            <a:r>
              <a:rPr lang="en-SG" dirty="0" smtClean="0"/>
              <a:t>Why:</a:t>
            </a:r>
          </a:p>
          <a:p>
            <a:pPr lvl="1"/>
            <a:r>
              <a:rPr lang="en-SG" dirty="0" smtClean="0"/>
              <a:t>For job. Secure system from hacker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005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Lab setup (everything (VM) inside 1PC)</a:t>
            </a:r>
          </a:p>
          <a:p>
            <a:pPr lvl="1"/>
            <a:r>
              <a:rPr lang="en-SG" dirty="0" smtClean="0"/>
              <a:t>Hacking machine (Kali Linux)</a:t>
            </a:r>
          </a:p>
          <a:p>
            <a:pPr lvl="1"/>
            <a:r>
              <a:rPr lang="en-SG" dirty="0" smtClean="0"/>
              <a:t>Target machine/ website/ </a:t>
            </a:r>
            <a:r>
              <a:rPr lang="en-SG" dirty="0" err="1" smtClean="0"/>
              <a:t>netwk</a:t>
            </a:r>
            <a:endParaRPr lang="en-SG" dirty="0" smtClean="0"/>
          </a:p>
          <a:p>
            <a:pPr lvl="2"/>
            <a:r>
              <a:rPr lang="en-SG" dirty="0" smtClean="0"/>
              <a:t>Windows</a:t>
            </a:r>
          </a:p>
          <a:p>
            <a:pPr lvl="2"/>
            <a:r>
              <a:rPr lang="en-SG" dirty="0" err="1" smtClean="0"/>
              <a:t>Metasploitable</a:t>
            </a:r>
            <a:endParaRPr lang="en-SG" dirty="0" smtClean="0"/>
          </a:p>
          <a:p>
            <a:r>
              <a:rPr lang="en-SG" dirty="0" smtClean="0"/>
              <a:t>VM: </a:t>
            </a:r>
            <a:r>
              <a:rPr lang="en-SG" dirty="0" err="1" smtClean="0"/>
              <a:t>Virtualbox</a:t>
            </a:r>
            <a:r>
              <a:rPr lang="en-SG" dirty="0" smtClean="0"/>
              <a:t> or </a:t>
            </a:r>
            <a:r>
              <a:rPr lang="en-SG" dirty="0" err="1" smtClean="0"/>
              <a:t>VMWare</a:t>
            </a:r>
            <a:endParaRPr lang="en-SG" dirty="0" smtClean="0"/>
          </a:p>
          <a:p>
            <a:pPr lvl="1"/>
            <a:r>
              <a:rPr lang="en-SG" dirty="0" smtClean="0"/>
              <a:t>Wont lose any functionality</a:t>
            </a:r>
          </a:p>
          <a:p>
            <a:pPr lvl="1"/>
            <a:r>
              <a:rPr lang="en-SG" dirty="0" smtClean="0"/>
              <a:t>Wont affect host PC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SG" dirty="0" smtClean="0"/>
              <a:t>Kali has many hacking tools</a:t>
            </a:r>
          </a:p>
          <a:p>
            <a:r>
              <a:rPr lang="en-SG" dirty="0" smtClean="0"/>
              <a:t>Custom kali for this course:</a:t>
            </a:r>
          </a:p>
          <a:p>
            <a:pPr lvl="1"/>
            <a:r>
              <a:rPr lang="en-SG" dirty="0" smtClean="0"/>
              <a:t>Smoother and faster</a:t>
            </a:r>
          </a:p>
          <a:p>
            <a:pPr lvl="1"/>
            <a:r>
              <a:rPr lang="en-SG" dirty="0" smtClean="0"/>
              <a:t>Extra program not in original Kali</a:t>
            </a:r>
          </a:p>
          <a:p>
            <a:r>
              <a:rPr lang="en-SG" dirty="0" smtClean="0"/>
              <a:t>Enable virtualization to run virtual machine.</a:t>
            </a:r>
          </a:p>
          <a:p>
            <a:r>
              <a:rPr lang="en-SG" dirty="0" smtClean="0"/>
              <a:t>Check:</a:t>
            </a:r>
          </a:p>
          <a:p>
            <a:pPr lvl="1"/>
            <a:r>
              <a:rPr lang="en-SG" dirty="0" smtClean="0"/>
              <a:t>Task Manager&gt; Performance &gt; Virtualization: Enabled.</a:t>
            </a:r>
          </a:p>
          <a:p>
            <a:pPr lvl="1"/>
            <a:r>
              <a:rPr lang="en-SG" dirty="0" smtClean="0"/>
              <a:t>If not enable, restart PC, press F key &gt; Intel Virtual Technology: Enabled (or other wording)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007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SG" dirty="0" smtClean="0"/>
              <a:t>Download </a:t>
            </a:r>
            <a:r>
              <a:rPr lang="en-SG" dirty="0" err="1" smtClean="0"/>
              <a:t>Vmware</a:t>
            </a:r>
            <a:r>
              <a:rPr lang="en-SG" dirty="0" smtClean="0"/>
              <a:t> program </a:t>
            </a:r>
            <a:r>
              <a:rPr lang="en-SG" dirty="0" smtClean="0">
                <a:hlinkClick r:id="rId2"/>
              </a:rPr>
              <a:t>https://zsecurity.org/download-custom-kali/</a:t>
            </a:r>
            <a:endParaRPr lang="en-SG" dirty="0" smtClean="0"/>
          </a:p>
          <a:p>
            <a:r>
              <a:rPr lang="en-SG" dirty="0" smtClean="0"/>
              <a:t>Follow default setting. Next all the way.</a:t>
            </a:r>
          </a:p>
          <a:p>
            <a:r>
              <a:rPr lang="en-SG" dirty="0" err="1" smtClean="0"/>
              <a:t>Vmware</a:t>
            </a:r>
            <a:r>
              <a:rPr lang="en-SG" dirty="0" smtClean="0"/>
              <a:t>&gt;File&gt;Open&gt;…</a:t>
            </a:r>
          </a:p>
          <a:p>
            <a:r>
              <a:rPr lang="en-SG" dirty="0" smtClean="0"/>
              <a:t>Edit VM settings</a:t>
            </a:r>
          </a:p>
          <a:p>
            <a:pPr lvl="1"/>
            <a:r>
              <a:rPr lang="en-SG" dirty="0" smtClean="0"/>
              <a:t>Memory: 2GB</a:t>
            </a:r>
          </a:p>
          <a:p>
            <a:pPr lvl="1"/>
            <a:r>
              <a:rPr lang="en-SG" dirty="0" smtClean="0"/>
              <a:t>Processor: 2</a:t>
            </a:r>
          </a:p>
          <a:p>
            <a:pPr lvl="1"/>
            <a:r>
              <a:rPr lang="en-SG" dirty="0" smtClean="0"/>
              <a:t>Network: NAT (Host is the router to the VM)</a:t>
            </a:r>
          </a:p>
          <a:p>
            <a:pPr lvl="1"/>
            <a:r>
              <a:rPr lang="en-SG" dirty="0" smtClean="0"/>
              <a:t>Display: tick Accelerate 3D graphics</a:t>
            </a:r>
          </a:p>
          <a:p>
            <a:r>
              <a:rPr lang="en-SG" dirty="0" smtClean="0"/>
              <a:t>Login: root, </a:t>
            </a:r>
            <a:r>
              <a:rPr lang="en-SG" dirty="0" err="1" smtClean="0"/>
              <a:t>toor</a:t>
            </a:r>
            <a:endParaRPr lang="en-SG" dirty="0" smtClean="0"/>
          </a:p>
          <a:p>
            <a:r>
              <a:rPr lang="en-SG" dirty="0" smtClean="0"/>
              <a:t>View &gt; Full screen</a:t>
            </a:r>
          </a:p>
          <a:p>
            <a:r>
              <a:rPr lang="en-SG" dirty="0" smtClean="0"/>
              <a:t>If icon looks small (due to high monitor resolution), Display Setting &gt; Scale: 200%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010 Kali Linux basic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SG" dirty="0" smtClean="0"/>
              <a:t>Many hacking applications</a:t>
            </a:r>
          </a:p>
          <a:p>
            <a:r>
              <a:rPr lang="en-SG" dirty="0" smtClean="0"/>
              <a:t>Home directory</a:t>
            </a:r>
          </a:p>
          <a:p>
            <a:r>
              <a:rPr lang="en-SG" dirty="0" smtClean="0"/>
              <a:t>Many workspace</a:t>
            </a:r>
            <a:r>
              <a:rPr lang="en-US" dirty="0" smtClean="0"/>
              <a:t>s</a:t>
            </a:r>
          </a:p>
          <a:p>
            <a:r>
              <a:rPr lang="en-SG" dirty="0" smtClean="0"/>
              <a:t>Dock</a:t>
            </a:r>
          </a:p>
          <a:p>
            <a:r>
              <a:rPr lang="en-SG" dirty="0" smtClean="0"/>
              <a:t>Wireless adapter: USB for providing WIFI functionality (</a:t>
            </a:r>
            <a:r>
              <a:rPr lang="en-SG" dirty="0" err="1" smtClean="0"/>
              <a:t>comm</a:t>
            </a:r>
            <a:r>
              <a:rPr lang="en-SG" dirty="0" smtClean="0"/>
              <a:t> with other PC)</a:t>
            </a:r>
          </a:p>
          <a:p>
            <a:r>
              <a:rPr lang="en-SG" dirty="0" smtClean="0"/>
              <a:t>Built-in </a:t>
            </a:r>
            <a:r>
              <a:rPr lang="en-SG" dirty="0" err="1" smtClean="0"/>
              <a:t>wifi</a:t>
            </a:r>
            <a:r>
              <a:rPr lang="en-SG" dirty="0" smtClean="0"/>
              <a:t> adapter:</a:t>
            </a:r>
          </a:p>
          <a:p>
            <a:pPr lvl="1"/>
            <a:r>
              <a:rPr lang="en-SG" dirty="0" smtClean="0"/>
              <a:t>Cannot use in VM</a:t>
            </a:r>
          </a:p>
          <a:p>
            <a:pPr lvl="1"/>
            <a:r>
              <a:rPr lang="en-SG" dirty="0" smtClean="0"/>
              <a:t>Not good for hacking</a:t>
            </a:r>
          </a:p>
          <a:p>
            <a:pPr lvl="1"/>
            <a:r>
              <a:rPr lang="en-SG" dirty="0" smtClean="0"/>
              <a:t>Brand is not </a:t>
            </a:r>
            <a:r>
              <a:rPr lang="en-SG" dirty="0" err="1" smtClean="0"/>
              <a:t>impt</a:t>
            </a:r>
            <a:r>
              <a:rPr lang="en-SG" dirty="0" smtClean="0"/>
              <a:t>, chipset is </a:t>
            </a:r>
            <a:r>
              <a:rPr lang="en-SG" dirty="0" err="1" smtClean="0"/>
              <a:t>impt</a:t>
            </a:r>
            <a:endParaRPr lang="en-SG" dirty="0" smtClean="0"/>
          </a:p>
          <a:p>
            <a:r>
              <a:rPr lang="en-SG" dirty="0" smtClean="0"/>
              <a:t>Wireless chipset (processor, brain)</a:t>
            </a:r>
          </a:p>
          <a:p>
            <a:pPr lvl="1"/>
            <a:r>
              <a:rPr lang="en-SG" dirty="0" smtClean="0"/>
              <a:t>Best: </a:t>
            </a:r>
            <a:r>
              <a:rPr lang="en-SG" dirty="0" err="1" smtClean="0"/>
              <a:t>Atheros</a:t>
            </a:r>
            <a:r>
              <a:rPr lang="en-SG" dirty="0" smtClean="0"/>
              <a:t> AR9271 (chipset): Monitor mode &amp; packet injection mode, </a:t>
            </a:r>
            <a:r>
              <a:rPr lang="en-SG" dirty="0" err="1" smtClean="0"/>
              <a:t>aircrack</a:t>
            </a:r>
            <a:r>
              <a:rPr lang="en-SG" dirty="0" smtClean="0"/>
              <a:t> NG suite. But does not provide 5GHz </a:t>
            </a:r>
            <a:r>
              <a:rPr lang="en-SG" dirty="0" err="1" smtClean="0"/>
              <a:t>wifi</a:t>
            </a:r>
            <a:endParaRPr lang="en-SG" dirty="0" smtClean="0"/>
          </a:p>
          <a:p>
            <a:pPr lvl="2"/>
            <a:r>
              <a:rPr lang="en-SG" smtClean="0"/>
              <a:t>Alfa AWUS036NHA (brand model) </a:t>
            </a:r>
            <a:r>
              <a:rPr lang="en-SG" dirty="0" smtClean="0"/>
              <a:t>(better, longer range. Bad: quite big, visible)</a:t>
            </a:r>
          </a:p>
          <a:p>
            <a:pPr lvl="1"/>
            <a:r>
              <a:rPr lang="en-SG" dirty="0" err="1" smtClean="0"/>
              <a:t>Realtek</a:t>
            </a:r>
            <a:r>
              <a:rPr lang="en-SG" dirty="0" smtClean="0"/>
              <a:t>  RTL8812AU (chipset) or AR8812AU?: everything the </a:t>
            </a:r>
            <a:r>
              <a:rPr lang="en-SG" dirty="0" err="1" smtClean="0"/>
              <a:t>Atheros</a:t>
            </a:r>
            <a:r>
              <a:rPr lang="en-SG" dirty="0" smtClean="0"/>
              <a:t> AR9271 + 5GHz. Bad: only support recently</a:t>
            </a:r>
          </a:p>
          <a:p>
            <a:pPr lvl="2"/>
            <a:r>
              <a:rPr lang="en-SG" dirty="0" smtClean="0"/>
              <a:t>Alfa AWUS036ACH (brand model)</a:t>
            </a:r>
          </a:p>
          <a:p>
            <a:pPr lvl="1"/>
            <a:r>
              <a:rPr lang="en-SG" dirty="0" smtClean="0"/>
              <a:t>Additional functionality: AP mode (add as Access Point)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011 Linux terminal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SG" dirty="0" smtClean="0"/>
              <a:t>Can do everything. B4 GUI, is terminal</a:t>
            </a:r>
          </a:p>
          <a:p>
            <a:r>
              <a:rPr lang="en-SG" dirty="0" smtClean="0"/>
              <a:t>In many situation, u have </a:t>
            </a:r>
            <a:r>
              <a:rPr lang="en-SG" dirty="0" err="1" smtClean="0"/>
              <a:t>ssh</a:t>
            </a:r>
            <a:r>
              <a:rPr lang="en-SG" dirty="0" smtClean="0"/>
              <a:t> or terminal only.</a:t>
            </a:r>
          </a:p>
          <a:p>
            <a:r>
              <a:rPr lang="en-SG" dirty="0" err="1" smtClean="0"/>
              <a:t>Pwd</a:t>
            </a:r>
            <a:endParaRPr lang="en-SG" dirty="0" smtClean="0"/>
          </a:p>
          <a:p>
            <a:r>
              <a:rPr lang="en-SG" dirty="0" smtClean="0"/>
              <a:t>Ls</a:t>
            </a:r>
          </a:p>
          <a:p>
            <a:r>
              <a:rPr lang="en-SG" dirty="0" err="1" smtClean="0"/>
              <a:t>Cd</a:t>
            </a:r>
            <a:endParaRPr lang="en-SG" dirty="0" smtClean="0"/>
          </a:p>
          <a:p>
            <a:r>
              <a:rPr lang="en-SG" dirty="0" smtClean="0"/>
              <a:t>Man &lt;</a:t>
            </a:r>
            <a:r>
              <a:rPr lang="en-SG" dirty="0" err="1" smtClean="0"/>
              <a:t>cmd</a:t>
            </a:r>
            <a:r>
              <a:rPr lang="en-SG" dirty="0" smtClean="0"/>
              <a:t>&gt;, q to exit: full manual page</a:t>
            </a:r>
          </a:p>
          <a:p>
            <a:r>
              <a:rPr lang="en-SG" dirty="0" smtClean="0"/>
              <a:t>Clear</a:t>
            </a:r>
          </a:p>
          <a:p>
            <a:r>
              <a:rPr lang="en-SG" dirty="0" smtClean="0"/>
              <a:t>-- help (word), -h (letter): short built-in </a:t>
            </a:r>
            <a:r>
              <a:rPr lang="en-SG" dirty="0" err="1" smtClean="0"/>
              <a:t>cmd</a:t>
            </a:r>
            <a:r>
              <a:rPr lang="en-SG" dirty="0" smtClean="0"/>
              <a:t> usage summary</a:t>
            </a:r>
          </a:p>
          <a:p>
            <a:r>
              <a:rPr lang="en-SG" dirty="0" smtClean="0"/>
              <a:t>Command has options and arguments</a:t>
            </a:r>
          </a:p>
          <a:p>
            <a:r>
              <a:rPr lang="en-SG" dirty="0" smtClean="0"/>
              <a:t>Tab auto-complete</a:t>
            </a:r>
          </a:p>
          <a:p>
            <a:r>
              <a:rPr lang="en-SG" dirty="0" smtClean="0"/>
              <a:t>2 good websites</a:t>
            </a:r>
          </a:p>
          <a:p>
            <a:pPr lvl="1"/>
            <a:r>
              <a:rPr lang="en-SG" dirty="0" smtClean="0"/>
              <a:t>Explainshell.com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012 Network Hacking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Need to connect to same network to gain access to other system</a:t>
            </a:r>
          </a:p>
          <a:p>
            <a:r>
              <a:rPr lang="en-SG" dirty="0" smtClean="0"/>
              <a:t>3 sections:</a:t>
            </a:r>
          </a:p>
          <a:p>
            <a:pPr lvl="1"/>
            <a:r>
              <a:rPr lang="en-SG" dirty="0" smtClean="0"/>
              <a:t>Pre-connection </a:t>
            </a:r>
            <a:r>
              <a:rPr lang="en-SG" dirty="0" err="1" smtClean="0"/>
              <a:t>attk</a:t>
            </a:r>
            <a:endParaRPr lang="en-SG" dirty="0" smtClean="0"/>
          </a:p>
          <a:p>
            <a:pPr lvl="1"/>
            <a:r>
              <a:rPr lang="en-SG" dirty="0" smtClean="0"/>
              <a:t>Gaining access</a:t>
            </a:r>
          </a:p>
          <a:p>
            <a:pPr lvl="2"/>
            <a:r>
              <a:rPr lang="en-SG" dirty="0" smtClean="0"/>
              <a:t>Crack </a:t>
            </a:r>
            <a:r>
              <a:rPr lang="en-SG" dirty="0" err="1" smtClean="0"/>
              <a:t>wifi</a:t>
            </a:r>
            <a:r>
              <a:rPr lang="en-SG" dirty="0" smtClean="0"/>
              <a:t> key</a:t>
            </a:r>
          </a:p>
          <a:p>
            <a:pPr lvl="1"/>
            <a:r>
              <a:rPr lang="en-SG" dirty="0" smtClean="0"/>
              <a:t>Post connection </a:t>
            </a:r>
            <a:r>
              <a:rPr lang="en-SG" dirty="0" err="1" smtClean="0"/>
              <a:t>attk</a:t>
            </a:r>
            <a:endParaRPr lang="en-SG" dirty="0" smtClean="0"/>
          </a:p>
          <a:p>
            <a:pPr lvl="2"/>
            <a:r>
              <a:rPr lang="en-SG" dirty="0" smtClean="0"/>
              <a:t>Apply to </a:t>
            </a:r>
            <a:r>
              <a:rPr lang="en-SG" dirty="0" err="1" smtClean="0"/>
              <a:t>Wifi</a:t>
            </a:r>
            <a:r>
              <a:rPr lang="en-SG" dirty="0" smtClean="0"/>
              <a:t> or wired network</a:t>
            </a:r>
          </a:p>
          <a:p>
            <a:pPr lvl="2"/>
            <a:r>
              <a:rPr lang="en-SG" dirty="0" smtClean="0"/>
              <a:t>Intercept, capture, </a:t>
            </a:r>
            <a:r>
              <a:rPr lang="en-US" dirty="0" smtClean="0"/>
              <a:t>modify data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013 Network basic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Connect to network to share resources</a:t>
            </a:r>
          </a:p>
          <a:p>
            <a:r>
              <a:rPr lang="en-SG" dirty="0" smtClean="0"/>
              <a:t>Access point/router: only device that has direct access to Internet resource.</a:t>
            </a:r>
          </a:p>
          <a:p>
            <a:r>
              <a:rPr lang="en-SG" dirty="0" smtClean="0"/>
              <a:t>Communication: Request/ responses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014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SG" dirty="0" smtClean="0"/>
              <a:t>Wireless adapter for WEP cracking and WPA/WPA2 cracking</a:t>
            </a:r>
          </a:p>
          <a:p>
            <a:r>
              <a:rPr lang="en-SG" dirty="0" smtClean="0"/>
              <a:t>Add USB Controller to </a:t>
            </a:r>
            <a:r>
              <a:rPr lang="en-SG" dirty="0" err="1" smtClean="0"/>
              <a:t>ur</a:t>
            </a:r>
            <a:r>
              <a:rPr lang="en-SG" dirty="0" smtClean="0"/>
              <a:t> VM if it is not added yet</a:t>
            </a:r>
            <a:r>
              <a:rPr lang="en-SG" dirty="0" smtClean="0"/>
              <a:t>. Select USB 3.1. USB2 cannot work.</a:t>
            </a:r>
            <a:endParaRPr lang="en-SG" dirty="0" smtClean="0"/>
          </a:p>
          <a:p>
            <a:r>
              <a:rPr lang="en-SG" dirty="0" smtClean="0"/>
              <a:t>My </a:t>
            </a:r>
            <a:r>
              <a:rPr lang="en-SG" dirty="0" err="1" smtClean="0"/>
              <a:t>wifi</a:t>
            </a:r>
            <a:r>
              <a:rPr lang="en-SG" dirty="0" smtClean="0"/>
              <a:t> chipset is inbuilt into my motherboard, cannot be seen by </a:t>
            </a:r>
            <a:r>
              <a:rPr lang="en-SG" dirty="0" err="1" smtClean="0"/>
              <a:t>Vmware</a:t>
            </a:r>
            <a:r>
              <a:rPr lang="en-SG" dirty="0" smtClean="0"/>
              <a:t>. Need to buy USB </a:t>
            </a:r>
            <a:r>
              <a:rPr lang="en-SG" dirty="0" err="1" smtClean="0"/>
              <a:t>wifi</a:t>
            </a:r>
            <a:r>
              <a:rPr lang="en-SG" dirty="0" smtClean="0"/>
              <a:t> adapter</a:t>
            </a:r>
            <a:r>
              <a:rPr lang="en-SG" dirty="0" smtClean="0"/>
              <a:t>.</a:t>
            </a:r>
          </a:p>
          <a:p>
            <a:r>
              <a:rPr lang="en-SG" dirty="0" smtClean="0"/>
              <a:t>Brand does not matter. Chipset matters.</a:t>
            </a:r>
          </a:p>
          <a:p>
            <a:pPr lvl="1"/>
            <a:r>
              <a:rPr lang="en-SG" dirty="0" err="1" smtClean="0"/>
              <a:t>RealTek</a:t>
            </a:r>
            <a:r>
              <a:rPr lang="en-SG" dirty="0" smtClean="0"/>
              <a:t> RTL8812AU</a:t>
            </a:r>
          </a:p>
          <a:p>
            <a:pPr lvl="1"/>
            <a:r>
              <a:rPr lang="en-SG" dirty="0" err="1" smtClean="0"/>
              <a:t>Atheros</a:t>
            </a:r>
            <a:r>
              <a:rPr lang="en-SG" dirty="0" smtClean="0"/>
              <a:t> AR9271</a:t>
            </a:r>
          </a:p>
          <a:p>
            <a:r>
              <a:rPr lang="en-SG" dirty="0" smtClean="0"/>
              <a:t>Wireless adapter requirements:</a:t>
            </a:r>
          </a:p>
          <a:p>
            <a:pPr lvl="1"/>
            <a:r>
              <a:rPr lang="en-SG" dirty="0" smtClean="0"/>
              <a:t>Monitor mode</a:t>
            </a:r>
          </a:p>
          <a:p>
            <a:pPr lvl="1"/>
            <a:r>
              <a:rPr lang="en-SG" dirty="0" smtClean="0"/>
              <a:t>Packet injection mode</a:t>
            </a:r>
          </a:p>
          <a:p>
            <a:pPr lvl="1"/>
            <a:r>
              <a:rPr lang="en-SG" dirty="0" smtClean="0"/>
              <a:t>AP mode</a:t>
            </a:r>
          </a:p>
          <a:p>
            <a:r>
              <a:rPr lang="en-SG" dirty="0" smtClean="0"/>
              <a:t>Start kali first b4 connecting </a:t>
            </a:r>
            <a:r>
              <a:rPr lang="en-SG" dirty="0" err="1" smtClean="0"/>
              <a:t>wifi</a:t>
            </a:r>
            <a:r>
              <a:rPr lang="en-SG" dirty="0" smtClean="0"/>
              <a:t> adapter.</a:t>
            </a:r>
          </a:p>
          <a:p>
            <a:r>
              <a:rPr lang="en-SG" dirty="0" smtClean="0"/>
              <a:t>Select connect to virtual machine in host environment instead of to host.</a:t>
            </a:r>
          </a:p>
          <a:p>
            <a:r>
              <a:rPr lang="en-SG" dirty="0" err="1" smtClean="0"/>
              <a:t>Ifconfig</a:t>
            </a:r>
            <a:r>
              <a:rPr lang="en-SG" dirty="0" smtClean="0"/>
              <a:t> to see wlan0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015 MAC address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Media Access Control</a:t>
            </a:r>
          </a:p>
          <a:p>
            <a:pPr lvl="1"/>
            <a:r>
              <a:rPr lang="en-US" dirty="0" smtClean="0"/>
              <a:t>Physical (hw)</a:t>
            </a:r>
          </a:p>
          <a:p>
            <a:pPr lvl="1"/>
            <a:r>
              <a:rPr lang="en-US" dirty="0" smtClean="0"/>
              <a:t>Unique (not true as can be modified)</a:t>
            </a:r>
          </a:p>
          <a:p>
            <a:r>
              <a:rPr lang="en-US" dirty="0" smtClean="0"/>
              <a:t>Assigned by manufacturer</a:t>
            </a:r>
          </a:p>
          <a:p>
            <a:r>
              <a:rPr lang="en-US" dirty="0" smtClean="0"/>
              <a:t>Purpose of changing it:</a:t>
            </a:r>
          </a:p>
          <a:p>
            <a:pPr lvl="1"/>
            <a:r>
              <a:rPr lang="en-US" dirty="0" smtClean="0"/>
              <a:t>Increase anonymity (hide identity)</a:t>
            </a:r>
          </a:p>
          <a:p>
            <a:pPr lvl="1"/>
            <a:r>
              <a:rPr lang="en-US" dirty="0" smtClean="0"/>
              <a:t>Impersonate other device</a:t>
            </a:r>
          </a:p>
          <a:p>
            <a:pPr lvl="2"/>
            <a:r>
              <a:rPr lang="en-US" dirty="0" smtClean="0"/>
              <a:t>Bypass filter</a:t>
            </a:r>
          </a:p>
          <a:p>
            <a:r>
              <a:rPr lang="en-US" dirty="0" err="1" smtClean="0"/>
              <a:t>Ifconfig</a:t>
            </a:r>
            <a:endParaRPr lang="en-US" dirty="0" smtClean="0"/>
          </a:p>
          <a:p>
            <a:pPr lvl="1"/>
            <a:r>
              <a:rPr lang="en-US" dirty="0" smtClean="0"/>
              <a:t>Ether </a:t>
            </a:r>
            <a:r>
              <a:rPr lang="en-US" dirty="0" err="1" smtClean="0"/>
              <a:t>xx:xx:xx:xx:xx:xx</a:t>
            </a:r>
            <a:endParaRPr lang="en-US" dirty="0" smtClean="0"/>
          </a:p>
          <a:p>
            <a:pPr lvl="1"/>
            <a:r>
              <a:rPr lang="en-US" dirty="0" smtClean="0"/>
              <a:t>Must be connected to network to have </a:t>
            </a:r>
            <a:r>
              <a:rPr lang="en-US" dirty="0" err="1" smtClean="0"/>
              <a:t>ip</a:t>
            </a:r>
            <a:r>
              <a:rPr lang="en-US" dirty="0" smtClean="0"/>
              <a:t> </a:t>
            </a:r>
            <a:r>
              <a:rPr lang="en-US" dirty="0" err="1" smtClean="0"/>
              <a:t>addr</a:t>
            </a:r>
            <a:endParaRPr lang="en-US" dirty="0" smtClean="0"/>
          </a:p>
          <a:p>
            <a:pPr lvl="2"/>
            <a:r>
              <a:rPr lang="en-SG" dirty="0" smtClean="0"/>
              <a:t>Lo (loopback) does not have</a:t>
            </a:r>
          </a:p>
          <a:p>
            <a:pPr lvl="2"/>
            <a:r>
              <a:rPr lang="en-SG" dirty="0" smtClean="0"/>
              <a:t>Wlan0 does not have since not connected to </a:t>
            </a:r>
            <a:r>
              <a:rPr lang="en-SG" dirty="0" err="1" smtClean="0"/>
              <a:t>wifi</a:t>
            </a:r>
            <a:r>
              <a:rPr lang="en-SG" dirty="0" smtClean="0"/>
              <a:t> AP</a:t>
            </a:r>
            <a:endParaRPr lang="en-US" dirty="0" smtClean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Change </a:t>
            </a:r>
            <a:r>
              <a:rPr lang="en-US" dirty="0" err="1" smtClean="0"/>
              <a:t>mac</a:t>
            </a:r>
            <a:r>
              <a:rPr lang="en-US" dirty="0" smtClean="0"/>
              <a:t> address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US" dirty="0" err="1" smtClean="0"/>
              <a:t>Ifconfig</a:t>
            </a:r>
            <a:r>
              <a:rPr lang="en-US" dirty="0" smtClean="0"/>
              <a:t> &lt;</a:t>
            </a:r>
            <a:r>
              <a:rPr lang="en-US" dirty="0" err="1" smtClean="0"/>
              <a:t>interface_name</a:t>
            </a:r>
            <a:r>
              <a:rPr lang="en-US" dirty="0" smtClean="0"/>
              <a:t>&gt; down: disable</a:t>
            </a:r>
          </a:p>
          <a:p>
            <a:r>
              <a:rPr lang="en-US" dirty="0" err="1" smtClean="0"/>
              <a:t>Ifconfig</a:t>
            </a:r>
            <a:r>
              <a:rPr lang="en-US" dirty="0" smtClean="0"/>
              <a:t> &lt;</a:t>
            </a:r>
            <a:r>
              <a:rPr lang="en-US" dirty="0" err="1" smtClean="0"/>
              <a:t>interface_name</a:t>
            </a:r>
            <a:r>
              <a:rPr lang="en-US" dirty="0" smtClean="0"/>
              <a:t>&gt; hw ether &lt;</a:t>
            </a:r>
            <a:r>
              <a:rPr lang="en-US" dirty="0" err="1" smtClean="0"/>
              <a:t>ne:wm:ac:dd:re:ss</a:t>
            </a:r>
            <a:r>
              <a:rPr lang="en-US" dirty="0" smtClean="0"/>
              <a:t>&gt;: change. May fail if NIC does not allow MAC spoofing or VM with MAC locked by hypervisor</a:t>
            </a:r>
            <a:r>
              <a:rPr lang="en-US" dirty="0" smtClean="0"/>
              <a:t>.</a:t>
            </a:r>
          </a:p>
          <a:p>
            <a:r>
              <a:rPr lang="en-SG" dirty="0" smtClean="0"/>
              <a:t>Y spoofed </a:t>
            </a:r>
            <a:r>
              <a:rPr lang="en-SG" dirty="0" err="1" smtClean="0"/>
              <a:t>mac</a:t>
            </a:r>
            <a:r>
              <a:rPr lang="en-SG" dirty="0" smtClean="0"/>
              <a:t> address need to start with 00?</a:t>
            </a:r>
          </a:p>
          <a:p>
            <a:pPr lvl="1"/>
            <a:r>
              <a:rPr lang="en-SG" dirty="0" smtClean="0"/>
              <a:t>Does not need.</a:t>
            </a:r>
          </a:p>
          <a:p>
            <a:pPr lvl="1"/>
            <a:r>
              <a:rPr lang="en-SG" dirty="0" smtClean="0"/>
              <a:t>There are rules for first Byte of MAC address</a:t>
            </a:r>
          </a:p>
          <a:p>
            <a:pPr lvl="1"/>
            <a:r>
              <a:rPr lang="en-SG" dirty="0" smtClean="0"/>
              <a:t>LSb0: 0 (</a:t>
            </a:r>
            <a:r>
              <a:rPr lang="en-SG" dirty="0" err="1" smtClean="0"/>
              <a:t>unicast</a:t>
            </a:r>
            <a:r>
              <a:rPr lang="en-SG" dirty="0" smtClean="0"/>
              <a:t> address). Network adapter cannot use multicast address as their own MAC.</a:t>
            </a:r>
          </a:p>
          <a:p>
            <a:pPr lvl="1"/>
            <a:r>
              <a:rPr lang="en-SG" dirty="0" smtClean="0"/>
              <a:t>LSb1: 1 (locally Administered): Indicate it </a:t>
            </a:r>
            <a:r>
              <a:rPr lang="en-SG" dirty="0" err="1" smtClean="0"/>
              <a:t>isnt</a:t>
            </a:r>
            <a:r>
              <a:rPr lang="en-SG" dirty="0" smtClean="0"/>
              <a:t> part of vendor-assigned namespace. Not needed.</a:t>
            </a:r>
            <a:endParaRPr lang="en-US" dirty="0" smtClean="0"/>
          </a:p>
          <a:p>
            <a:r>
              <a:rPr lang="en-US" dirty="0" err="1" smtClean="0"/>
              <a:t>Ifconfig</a:t>
            </a:r>
            <a:r>
              <a:rPr lang="en-US" dirty="0" smtClean="0"/>
              <a:t> &lt;</a:t>
            </a:r>
            <a:r>
              <a:rPr lang="en-US" dirty="0" err="1" smtClean="0"/>
              <a:t>interface_name</a:t>
            </a:r>
            <a:r>
              <a:rPr lang="en-US" dirty="0" smtClean="0"/>
              <a:t>&gt; up: enable</a:t>
            </a:r>
          </a:p>
          <a:p>
            <a:r>
              <a:rPr lang="en-US" dirty="0" smtClean="0"/>
              <a:t>Change back to original when restart the PC. Only change it in memory. Not changing the actual </a:t>
            </a:r>
            <a:r>
              <a:rPr lang="en-US" dirty="0" err="1" smtClean="0"/>
              <a:t>mac</a:t>
            </a:r>
            <a:r>
              <a:rPr lang="en-US" dirty="0" smtClean="0"/>
              <a:t> address.</a:t>
            </a:r>
          </a:p>
          <a:p>
            <a:r>
              <a:rPr lang="en-US" dirty="0" smtClean="0"/>
              <a:t>If change back without restarting PC, it is the network </a:t>
            </a:r>
            <a:r>
              <a:rPr lang="en-US" dirty="0" smtClean="0"/>
              <a:t>manager&gt; To prevent that, do the following:</a:t>
            </a:r>
          </a:p>
          <a:p>
            <a:pPr lvl="1"/>
            <a:r>
              <a:rPr lang="en-US" smtClean="0">
                <a:hlinkClick r:id="rId2"/>
              </a:rPr>
              <a:t>https</a:t>
            </a:r>
            <a:r>
              <a:rPr lang="en-US" smtClean="0">
                <a:hlinkClick r:id="rId2"/>
              </a:rPr>
              <a:t>://</a:t>
            </a:r>
            <a:r>
              <a:rPr lang="en-US" smtClean="0">
                <a:hlinkClick r:id="rId2"/>
              </a:rPr>
              <a:t>www.youtube.com/watch?v=7AUGQNBCddo</a:t>
            </a:r>
            <a:endParaRPr lang="en-US" smtClean="0"/>
          </a:p>
          <a:p>
            <a:pPr lvl="1"/>
            <a:r>
              <a:rPr lang="en-US" smtClean="0"/>
              <a:t>leafpad</a:t>
            </a:r>
            <a:r>
              <a:rPr lang="en-US" dirty="0" smtClean="0"/>
              <a:t> </a:t>
            </a:r>
            <a:r>
              <a:rPr lang="en-US" dirty="0" smtClean="0"/>
              <a:t>/</a:t>
            </a:r>
            <a:r>
              <a:rPr lang="en-US" dirty="0" smtClean="0"/>
              <a:t>etc/</a:t>
            </a:r>
            <a:r>
              <a:rPr lang="en-US" dirty="0" err="1" smtClean="0"/>
              <a:t>NetworkManager</a:t>
            </a:r>
            <a:r>
              <a:rPr lang="en-US" dirty="0" smtClean="0"/>
              <a:t>/</a:t>
            </a:r>
            <a:r>
              <a:rPr lang="en-US" dirty="0" err="1" smtClean="0"/>
              <a:t>NetworkManager.conf</a:t>
            </a:r>
            <a:endParaRPr lang="en-US" dirty="0" smtClean="0"/>
          </a:p>
          <a:p>
            <a:pPr lvl="1"/>
            <a:r>
              <a:rPr lang="en-SG" dirty="0" smtClean="0"/>
              <a:t>Add the following inside</a:t>
            </a:r>
          </a:p>
          <a:p>
            <a:pPr lvl="2"/>
            <a:r>
              <a:rPr lang="en-US" dirty="0" smtClean="0"/>
              <a:t>[main]</a:t>
            </a:r>
          </a:p>
          <a:p>
            <a:pPr lvl="2"/>
            <a:r>
              <a:rPr lang="en-US" dirty="0" err="1" smtClean="0"/>
              <a:t>plugins</a:t>
            </a:r>
            <a:r>
              <a:rPr lang="en-US" dirty="0" smtClean="0"/>
              <a:t>=</a:t>
            </a:r>
            <a:r>
              <a:rPr lang="en-US" dirty="0" err="1" smtClean="0"/>
              <a:t>ifupdown,keyfile</a:t>
            </a:r>
            <a:endParaRPr lang="en-US" dirty="0" smtClean="0"/>
          </a:p>
          <a:p>
            <a:pPr lvl="2"/>
            <a:endParaRPr lang="en-US" dirty="0" smtClean="0"/>
          </a:p>
          <a:p>
            <a:pPr lvl="2"/>
            <a:r>
              <a:rPr lang="en-US" dirty="0" smtClean="0"/>
              <a:t>[</a:t>
            </a:r>
            <a:r>
              <a:rPr lang="en-US" dirty="0" err="1" smtClean="0"/>
              <a:t>ifupdown</a:t>
            </a:r>
            <a:r>
              <a:rPr lang="en-US" dirty="0" smtClean="0"/>
              <a:t>]</a:t>
            </a:r>
          </a:p>
          <a:p>
            <a:pPr lvl="2"/>
            <a:r>
              <a:rPr lang="en-US" dirty="0" smtClean="0"/>
              <a:t>managed=false</a:t>
            </a:r>
          </a:p>
          <a:p>
            <a:pPr lvl="2"/>
            <a:endParaRPr lang="en-US" dirty="0" smtClean="0"/>
          </a:p>
          <a:p>
            <a:pPr lvl="2"/>
            <a:r>
              <a:rPr lang="en-US" dirty="0" smtClean="0">
                <a:solidFill>
                  <a:srgbClr val="FF0000"/>
                </a:solidFill>
              </a:rPr>
              <a:t>[device]</a:t>
            </a:r>
          </a:p>
          <a:p>
            <a:pPr lvl="2"/>
            <a:r>
              <a:rPr lang="en-US" dirty="0" err="1" smtClean="0">
                <a:solidFill>
                  <a:srgbClr val="FF0000"/>
                </a:solidFill>
              </a:rPr>
              <a:t>wifi.scan</a:t>
            </a:r>
            <a:r>
              <a:rPr lang="en-US" dirty="0" smtClean="0">
                <a:solidFill>
                  <a:srgbClr val="FF0000"/>
                </a:solidFill>
              </a:rPr>
              <a:t>-rand-</a:t>
            </a:r>
            <a:r>
              <a:rPr lang="en-US" dirty="0" err="1" smtClean="0">
                <a:solidFill>
                  <a:srgbClr val="FF0000"/>
                </a:solidFill>
              </a:rPr>
              <a:t>mac</a:t>
            </a:r>
            <a:r>
              <a:rPr lang="en-US" dirty="0" smtClean="0">
                <a:solidFill>
                  <a:srgbClr val="FF0000"/>
                </a:solidFill>
              </a:rPr>
              <a:t>-address=no</a:t>
            </a:r>
          </a:p>
          <a:p>
            <a:pPr lvl="2"/>
            <a:endParaRPr lang="en-US" dirty="0" smtClean="0">
              <a:solidFill>
                <a:srgbClr val="FF0000"/>
              </a:solidFill>
            </a:endParaRPr>
          </a:p>
          <a:p>
            <a:pPr lvl="2"/>
            <a:r>
              <a:rPr lang="en-US" dirty="0" smtClean="0">
                <a:solidFill>
                  <a:srgbClr val="FF0000"/>
                </a:solidFill>
              </a:rPr>
              <a:t>[connection]</a:t>
            </a:r>
          </a:p>
          <a:p>
            <a:pPr lvl="2"/>
            <a:r>
              <a:rPr lang="en-US" dirty="0" err="1" smtClean="0">
                <a:solidFill>
                  <a:srgbClr val="FF0000"/>
                </a:solidFill>
              </a:rPr>
              <a:t>ethernet.cloned</a:t>
            </a:r>
            <a:r>
              <a:rPr lang="en-US" dirty="0" smtClean="0">
                <a:solidFill>
                  <a:srgbClr val="FF0000"/>
                </a:solidFill>
              </a:rPr>
              <a:t>-</a:t>
            </a:r>
            <a:r>
              <a:rPr lang="en-US" dirty="0" err="1" smtClean="0">
                <a:solidFill>
                  <a:srgbClr val="FF0000"/>
                </a:solidFill>
              </a:rPr>
              <a:t>mac</a:t>
            </a:r>
            <a:r>
              <a:rPr lang="en-US" dirty="0" smtClean="0">
                <a:solidFill>
                  <a:srgbClr val="FF0000"/>
                </a:solidFill>
              </a:rPr>
              <a:t>-address=preserve</a:t>
            </a:r>
          </a:p>
          <a:p>
            <a:pPr lvl="2"/>
            <a:r>
              <a:rPr lang="en-US" dirty="0" err="1" smtClean="0">
                <a:solidFill>
                  <a:srgbClr val="FF0000"/>
                </a:solidFill>
              </a:rPr>
              <a:t>wifi.cloned</a:t>
            </a:r>
            <a:r>
              <a:rPr lang="en-US" dirty="0" smtClean="0">
                <a:solidFill>
                  <a:srgbClr val="FF0000"/>
                </a:solidFill>
              </a:rPr>
              <a:t>-</a:t>
            </a:r>
            <a:r>
              <a:rPr lang="en-US" dirty="0" err="1" smtClean="0">
                <a:solidFill>
                  <a:srgbClr val="FF0000"/>
                </a:solidFill>
              </a:rPr>
              <a:t>mac</a:t>
            </a:r>
            <a:r>
              <a:rPr lang="en-US" dirty="0" smtClean="0">
                <a:solidFill>
                  <a:srgbClr val="FF0000"/>
                </a:solidFill>
              </a:rPr>
              <a:t>-address=preserve</a:t>
            </a:r>
          </a:p>
          <a:p>
            <a:pPr lvl="1"/>
            <a:r>
              <a:rPr lang="en-SG" dirty="0" smtClean="0"/>
              <a:t>service </a:t>
            </a:r>
            <a:r>
              <a:rPr lang="en-SG" dirty="0" err="1" smtClean="0"/>
              <a:t>NetworkManager</a:t>
            </a:r>
            <a:r>
              <a:rPr lang="en-SG" dirty="0" smtClean="0"/>
              <a:t> restart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Packet flows from source </a:t>
            </a:r>
            <a:r>
              <a:rPr lang="en-US" dirty="0" err="1" smtClean="0"/>
              <a:t>mac</a:t>
            </a:r>
            <a:r>
              <a:rPr lang="en-US" dirty="0" smtClean="0"/>
              <a:t> to des </a:t>
            </a:r>
            <a:r>
              <a:rPr lang="en-US" dirty="0" err="1" smtClean="0"/>
              <a:t>mac</a:t>
            </a:r>
            <a:r>
              <a:rPr lang="en-US" dirty="0" smtClean="0"/>
              <a:t> in wired network</a:t>
            </a:r>
          </a:p>
          <a:p>
            <a:r>
              <a:rPr lang="en-US" dirty="0" err="1" smtClean="0"/>
              <a:t>Iwconfig</a:t>
            </a:r>
            <a:r>
              <a:rPr lang="en-US" dirty="0" smtClean="0"/>
              <a:t>: configure wireless network interface</a:t>
            </a:r>
          </a:p>
          <a:p>
            <a:pPr lvl="1"/>
            <a:r>
              <a:rPr lang="en-US" dirty="0" smtClean="0"/>
              <a:t>Mode: Managed (default) only capture packet that is </a:t>
            </a:r>
            <a:r>
              <a:rPr lang="en-US" dirty="0" err="1" smtClean="0"/>
              <a:t>destinated</a:t>
            </a:r>
            <a:r>
              <a:rPr lang="en-US" dirty="0" smtClean="0"/>
              <a:t> to it.</a:t>
            </a:r>
          </a:p>
          <a:p>
            <a:r>
              <a:rPr lang="en-US" dirty="0" smtClean="0"/>
              <a:t>But for wireless network, u can access all packet as they are in the air. Set to monitor mode. Not all wireless adapter support monitor mode.</a:t>
            </a:r>
          </a:p>
          <a:p>
            <a:pPr lvl="1"/>
            <a:r>
              <a:rPr lang="en-US" dirty="0" smtClean="0"/>
              <a:t>Down wireless interface</a:t>
            </a:r>
          </a:p>
          <a:p>
            <a:pPr lvl="1"/>
            <a:r>
              <a:rPr lang="en-US" dirty="0" err="1" smtClean="0"/>
              <a:t>Airmon-ng</a:t>
            </a:r>
            <a:r>
              <a:rPr lang="en-US" dirty="0" smtClean="0"/>
              <a:t> check kill: kill network manager. Don’t rely on it for internet.</a:t>
            </a:r>
          </a:p>
          <a:p>
            <a:pPr lvl="1"/>
            <a:r>
              <a:rPr lang="en-US" dirty="0" err="1" smtClean="0"/>
              <a:t>Iwconfig</a:t>
            </a:r>
            <a:r>
              <a:rPr lang="en-US" dirty="0" smtClean="0"/>
              <a:t> &lt;interface name&gt; mode monitor</a:t>
            </a:r>
          </a:p>
          <a:p>
            <a:pPr lvl="1"/>
            <a:r>
              <a:rPr lang="en-US" dirty="0" smtClean="0"/>
              <a:t>Up wireless interface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963</Words>
  <Application>Microsoft Office PowerPoint</Application>
  <PresentationFormat>On-screen Show (4:3)</PresentationFormat>
  <Paragraphs>160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Ethical hacking</vt:lpstr>
      <vt:lpstr>BeEF (Browser Exploitation Framework)</vt:lpstr>
      <vt:lpstr>002</vt:lpstr>
      <vt:lpstr>003</vt:lpstr>
      <vt:lpstr>005</vt:lpstr>
      <vt:lpstr>006</vt:lpstr>
      <vt:lpstr>007</vt:lpstr>
      <vt:lpstr>010 Kali Linux basic</vt:lpstr>
      <vt:lpstr>011 Linux terminal</vt:lpstr>
      <vt:lpstr>012 Network Hacking</vt:lpstr>
      <vt:lpstr>013 Network basic</vt:lpstr>
      <vt:lpstr>014</vt:lpstr>
      <vt:lpstr>015 MAC address</vt:lpstr>
      <vt:lpstr>Change mac address</vt:lpstr>
      <vt:lpstr>16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Ethical hacking</dc:title>
  <dc:creator>Wenjun Huang</dc:creator>
  <cp:lastModifiedBy>Wenjun Huang</cp:lastModifiedBy>
  <cp:revision>67</cp:revision>
  <dcterms:created xsi:type="dcterms:W3CDTF">2026-05-08T15:48:15Z</dcterms:created>
  <dcterms:modified xsi:type="dcterms:W3CDTF">2026-06-04T15:33:22Z</dcterms:modified>
</cp:coreProperties>
</file>